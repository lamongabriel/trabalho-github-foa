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947F2B1-E2BA-4CED-821E-46D9EECC59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A25549B-65C1-4BEA-996B-FAC71F7089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5B266-F467-492B-9CB1-9D8DAE746656}" type="datetimeFigureOut">
              <a:rPr lang="pt-BR" smtClean="0"/>
              <a:t>29/03/2023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B1A06E0-82A3-4C94-B558-074B3248DF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170E91-12FF-42BD-8BDC-7AF2690C42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A62FC-A62D-4526-B7F3-A3D1B8D076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298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C4594-5209-43CD-867D-84E7774A7507}" type="datetimeFigureOut">
              <a:rPr lang="pt-BR" smtClean="0"/>
              <a:t>29/03/2023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noProof="0" dirty="0"/>
              <a:t>Editar estilos de texto Mestre</a:t>
            </a:r>
            <a:endParaRPr lang="pt-BR" dirty="0"/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D7D9D4-EF1E-4C2E-9DBA-ADFF91DD647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6482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870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822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2234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266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2020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m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o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tângulo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orma livre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orma Livre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tângulo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orma livre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orma livre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orma livre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orma livre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orma livre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orma livre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orma livre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orma livre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orma livre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orma livre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orma livre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orma livre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orma livre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orma livre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orma livre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orma livre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orma livre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orma livre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orma livre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orma livre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orma livre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orma livre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orma livre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orma livre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tângulo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orma livre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orma livre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orma livre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orma livre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orma livre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orma livre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orma livre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orma livre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orma livre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orma livre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orma livre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tângulo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orma livre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orma livre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orma livre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orma livre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orma livre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orma livre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orma livre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orma livre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orma livre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orma livre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orma livre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orma livre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orma livre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A36D024B-6521-43EE-B75B-026EF60BA7AA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C596BE-B23C-4E59-BC1A-9483DC8394B5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D7BE37-C264-483A-9871-139F2D8C2CAC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BF9FE5-D85B-40F6-BDA0-C55FD244BAE0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41411" y="2249486"/>
            <a:ext cx="487839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dirty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249485"/>
            <a:ext cx="4875210" cy="823912"/>
          </a:xfrm>
        </p:spPr>
        <p:txBody>
          <a:bodyPr rtlCol="0" anchor="b"/>
          <a:lstStyle>
            <a:lvl1pPr marL="0" indent="0" rtl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dirty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1AF743-7AA7-4A27-A8F7-F31693243353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1EAB95-A7A3-4242-8365-938AB69D927B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E8544A-C266-48C9-A6C9-13B162D21F47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F205157-E6F1-45B4-B896-DE2A344F09C6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71F8E9B-B567-4425-A671-20F07253D543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D46644-0C8C-4B2E-8369-CCEA0EB26CA8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5BEA7F-1AFB-49DD-A3F1-64E1620E51B2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A47D19-B5A2-4A09-8BCF-61189AC8F394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60" name="Caixa de texto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61" name="Caixa de texto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9D303F-115C-4AB0-BF64-F84AF60E4332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 hasCustomPrompt="1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7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8" name="Espaço Reservado para Texto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9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0" name="Espaço Reservado para Texto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1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196294-876E-45EB-8002-578B34D9D72B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image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9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0" name="Espaço reservado para imagem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pt-BR" noProof="0"/>
              <a:t>Clique no ícone para adicionar uma imagem</a:t>
            </a:r>
          </a:p>
        </p:txBody>
      </p:sp>
      <p:sp>
        <p:nvSpPr>
          <p:cNvPr id="21" name="Espaço Reservado para Texto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2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dirty="0"/>
              <a:t>Editar estilos de texto Mestre</a:t>
            </a:r>
          </a:p>
        </p:txBody>
      </p:sp>
      <p:sp>
        <p:nvSpPr>
          <p:cNvPr id="23" name="Espaço Reservado para Imagem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pt-BR" noProof="0"/>
              <a:t>Clique no ícone para adicionar uma imagem</a:t>
            </a:r>
          </a:p>
        </p:txBody>
      </p:sp>
      <p:sp>
        <p:nvSpPr>
          <p:cNvPr id="24" name="Espaço Reservado para Texto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 rtl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dirty="0"/>
              <a:t>Editar estilos de texto Mestre</a:t>
            </a:r>
          </a:p>
        </p:txBody>
      </p:sp>
      <p:sp>
        <p:nvSpPr>
          <p:cNvPr id="26" name="Espaço Reservado para Imagem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pt-BR" noProof="0"/>
              <a:t>Clique no ícone para adicionar uma imagem</a:t>
            </a:r>
          </a:p>
        </p:txBody>
      </p:sp>
      <p:sp>
        <p:nvSpPr>
          <p:cNvPr id="27" name="Espaço Reservado para Texto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48C094-59C3-4D57-80C2-C16021DBB375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8E65B06-1465-42AE-BF94-C0F0F1ABA3D0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04C83B-3B65-45AF-99D0-468CEDD0DC72}" type="datetime1">
              <a:rPr lang="pt-BR" noProof="0" smtClean="0"/>
              <a:t>29/03/2023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o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upo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tângulo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orma livre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orma Livre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orma livre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orma Livre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orma livre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orma livre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orma livre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orma livre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orma livre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orma livre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ha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orma livre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orma livre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orma livre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orma livre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tângulo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orma livre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orma livre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orma livre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orma livre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orma livre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orma livre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orma livre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orma livre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orma livre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orma livre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upo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orma livre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orma livre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orma livre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orma livre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orma livre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orma livre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orma livre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orma livre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orma livre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tângulo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pt-BR" noProof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Editar estilos de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B1C55FA-99E2-4221-8083-01517F2C3AC3}" type="datetime1">
              <a:rPr lang="pt-BR" noProof="0" smtClean="0"/>
              <a:t>29/03/2023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7590" y="419548"/>
            <a:ext cx="5999180" cy="1562829"/>
          </a:xfrm>
        </p:spPr>
        <p:txBody>
          <a:bodyPr rtlCol="0">
            <a:normAutofit/>
          </a:bodyPr>
          <a:lstStyle/>
          <a:p>
            <a:pPr algn="ctr" rtl="0"/>
            <a:r>
              <a:rPr lang="pt-BR" sz="9600" dirty="0">
                <a:latin typeface="Rockwell" panose="02060603020205020403" pitchFamily="18" charset="0"/>
              </a:rPr>
              <a:t>Security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0522" y="5610571"/>
            <a:ext cx="4680363" cy="827881"/>
          </a:xfrm>
        </p:spPr>
        <p:txBody>
          <a:bodyPr rtlCol="0">
            <a:normAutofit/>
          </a:bodyPr>
          <a:lstStyle/>
          <a:p>
            <a:pPr algn="r" rtl="0"/>
            <a:r>
              <a:rPr lang="pt-B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GABRIEL LAMON LOPES – 202110885</a:t>
            </a:r>
            <a:br>
              <a:rPr lang="pt-B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pt-B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GUSTAVO SILVA GUARNIERI - 202110941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95877F0-188B-4D8A-9699-9EF58FB9A6A3}"/>
              </a:ext>
            </a:extLst>
          </p:cNvPr>
          <p:cNvSpPr txBox="1"/>
          <p:nvPr/>
        </p:nvSpPr>
        <p:spPr>
          <a:xfrm>
            <a:off x="6272211" y="1600200"/>
            <a:ext cx="2054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GITHUB</a:t>
            </a:r>
          </a:p>
        </p:txBody>
      </p:sp>
      <p:pic>
        <p:nvPicPr>
          <p:cNvPr id="1026" name="Picture 2" descr="https://www.unifoa.edu.br/wp-content/uploads/2022/06/unifoa-branca02.png">
            <a:extLst>
              <a:ext uri="{FF2B5EF4-FFF2-40B4-BE49-F238E27FC236}">
                <a16:creationId xmlns:a16="http://schemas.microsoft.com/office/drawing/2014/main" id="{E51463DC-6A20-4C06-9BFD-DAB154464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7935" y="710005"/>
            <a:ext cx="2272950" cy="981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2C7AF8A-11C1-45C9-84AA-6C69EBBD7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590" y="2713177"/>
            <a:ext cx="2897394" cy="28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sz="4400" dirty="0">
                <a:latin typeface="Rockwell" panose="02060603020205020403" pitchFamily="18" charset="0"/>
              </a:rPr>
              <a:t>A plataforma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F4A542-50CC-4572-A540-150867441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824" y="2097088"/>
            <a:ext cx="4954588" cy="398999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O GitHub é uma plataforma de desenvolvimento colaborativo que hospeda projetos de código aberto e privados.</a:t>
            </a:r>
          </a:p>
          <a:p>
            <a:r>
              <a:rPr lang="pt-BR" dirty="0"/>
              <a:t>A segurança é uma prioridade para o GitHub, que oferece recursos e ferramentas de segurança para garantir a proteção de dados e a confidencialidade do código.</a:t>
            </a:r>
          </a:p>
        </p:txBody>
      </p:sp>
      <p:pic>
        <p:nvPicPr>
          <p:cNvPr id="2050" name="Picture 2" descr="https://www.iconsdb.com/icons/preview/white/lock-xxl.png">
            <a:extLst>
              <a:ext uri="{FF2B5EF4-FFF2-40B4-BE49-F238E27FC236}">
                <a16:creationId xmlns:a16="http://schemas.microsoft.com/office/drawing/2014/main" id="{C7E855D1-20F1-4217-A0FA-B6DB9D860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831" y="2309005"/>
            <a:ext cx="3566160" cy="356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sz="4400" dirty="0">
                <a:latin typeface="Rockwell" panose="02060603020205020403" pitchFamily="18" charset="0"/>
              </a:rPr>
              <a:t>Gerenciamento de acesso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F4A542-50CC-4572-A540-150867441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823" y="2097088"/>
            <a:ext cx="5121127" cy="4142394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O GitHub oferece gerenciamento de acesso para permitir que os proprietários do projeto controlem quem pode acessar e contribuir para seus projetos.</a:t>
            </a:r>
          </a:p>
          <a:p>
            <a:r>
              <a:rPr lang="pt-BR" dirty="0"/>
              <a:t>Os proprietários do projeto podem definir permissões para usuários, equipes e organizações.</a:t>
            </a:r>
          </a:p>
          <a:p>
            <a:r>
              <a:rPr lang="pt-BR" dirty="0"/>
              <a:t>Além disso, o GitHub oferece autenticação de dois fatores (2FA) para garantir que somente usuários autorizados possam fazer login.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2050" name="Picture 2" descr="https://www.iconsdb.com/icons/preview/white/lock-xxl.png">
            <a:extLst>
              <a:ext uri="{FF2B5EF4-FFF2-40B4-BE49-F238E27FC236}">
                <a16:creationId xmlns:a16="http://schemas.microsoft.com/office/drawing/2014/main" id="{C7E855D1-20F1-4217-A0FA-B6DB9D860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045" y="2309005"/>
            <a:ext cx="3566160" cy="356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8569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sz="4400" dirty="0">
                <a:latin typeface="Rockwell" panose="02060603020205020403" pitchFamily="18" charset="0"/>
              </a:rPr>
              <a:t>Segurança </a:t>
            </a:r>
            <a:r>
              <a:rPr lang="pt-BR" sz="4400" dirty="0" err="1">
                <a:latin typeface="Rockwell" panose="02060603020205020403" pitchFamily="18" charset="0"/>
              </a:rPr>
              <a:t>ssh</a:t>
            </a:r>
            <a:endParaRPr lang="pt-BR" sz="4400" dirty="0">
              <a:latin typeface="Rockwell" panose="02060603020205020403" pitchFamily="18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F4A542-50CC-4572-A540-150867441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823" y="2097088"/>
            <a:ext cx="5121127" cy="4142394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 Autenticação de chave SSH em vez de senhas</a:t>
            </a:r>
          </a:p>
          <a:p>
            <a:r>
              <a:rPr lang="pt-BR" dirty="0"/>
              <a:t>Verificação de chave SSH para garantir autenticidade</a:t>
            </a:r>
          </a:p>
          <a:p>
            <a:r>
              <a:rPr lang="pt-BR" dirty="0"/>
              <a:t>Conexões criptografadas usando AES</a:t>
            </a:r>
          </a:p>
          <a:p>
            <a:r>
              <a:rPr lang="pt-BR" dirty="0"/>
              <a:t>Restrições de IP para limitar o acesso</a:t>
            </a:r>
          </a:p>
          <a:p>
            <a:r>
              <a:rPr lang="pt-BR" dirty="0"/>
              <a:t>SSH é usado para autenticar e proteger conexões </a:t>
            </a:r>
            <a:r>
              <a:rPr lang="pt-BR" dirty="0" err="1"/>
              <a:t>Git</a:t>
            </a:r>
            <a:r>
              <a:rPr lang="pt-BR" dirty="0"/>
              <a:t> no GitHub, permitindo que os usuários enviem e recebam alterações no repositório de forma segura. As medidas acima garantem a segurança do SSH no GitHub e ajudam a prevenir ataques de força bruta, </a:t>
            </a:r>
            <a:r>
              <a:rPr lang="pt-BR" dirty="0" err="1"/>
              <a:t>phishing</a:t>
            </a:r>
            <a:r>
              <a:rPr lang="pt-BR" dirty="0"/>
              <a:t> e outros tipos de ataques cibernéticos.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2050" name="Picture 2" descr="https://www.iconsdb.com/icons/preview/white/lock-xxl.png">
            <a:extLst>
              <a:ext uri="{FF2B5EF4-FFF2-40B4-BE49-F238E27FC236}">
                <a16:creationId xmlns:a16="http://schemas.microsoft.com/office/drawing/2014/main" id="{C7E855D1-20F1-4217-A0FA-B6DB9D860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045" y="2309005"/>
            <a:ext cx="3566160" cy="356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6725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sz="4400" dirty="0">
                <a:latin typeface="Rockwell" panose="02060603020205020403" pitchFamily="18" charset="0"/>
              </a:rPr>
              <a:t>Proteção de código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F4A542-50CC-4572-A540-150867441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823" y="2097088"/>
            <a:ext cx="5121127" cy="4142394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 O GitHub oferece recursos de proteção de código, como </a:t>
            </a:r>
            <a:r>
              <a:rPr lang="pt-BR" dirty="0" err="1"/>
              <a:t>branch</a:t>
            </a:r>
            <a:r>
              <a:rPr lang="pt-BR" dirty="0"/>
              <a:t> </a:t>
            </a:r>
            <a:r>
              <a:rPr lang="pt-BR" dirty="0" err="1"/>
              <a:t>protection</a:t>
            </a:r>
            <a:r>
              <a:rPr lang="pt-BR" dirty="0"/>
              <a:t>, que permite que os proprietários do projeto configurem regras para impedir a mesclagem de código que não atenda a determinados critérios.</a:t>
            </a:r>
          </a:p>
          <a:p>
            <a:r>
              <a:rPr lang="pt-BR" dirty="0"/>
              <a:t>O GitHub também oferece um recurso de </a:t>
            </a:r>
            <a:r>
              <a:rPr lang="pt-BR" dirty="0" err="1"/>
              <a:t>secret</a:t>
            </a:r>
            <a:r>
              <a:rPr lang="pt-BR" dirty="0"/>
              <a:t> </a:t>
            </a:r>
            <a:r>
              <a:rPr lang="pt-BR" dirty="0" err="1"/>
              <a:t>scanning</a:t>
            </a:r>
            <a:r>
              <a:rPr lang="pt-BR" dirty="0"/>
              <a:t>, que verifica o código em busca de chaves de API, senhas e outros segredos e notifica os proprietários do projeto se algum segredo for encontrado.</a:t>
            </a:r>
          </a:p>
          <a:p>
            <a:r>
              <a:rPr lang="pt-BR" dirty="0"/>
              <a:t>Além disso, o GitHub oferece recursos de detecção e mitigação de ataques </a:t>
            </a:r>
            <a:r>
              <a:rPr lang="pt-BR" dirty="0" err="1"/>
              <a:t>DDoS</a:t>
            </a:r>
            <a:r>
              <a:rPr lang="pt-BR" dirty="0"/>
              <a:t> para garantir a disponibilidade dos serviços.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2050" name="Picture 2" descr="https://www.iconsdb.com/icons/preview/white/lock-xxl.png">
            <a:extLst>
              <a:ext uri="{FF2B5EF4-FFF2-40B4-BE49-F238E27FC236}">
                <a16:creationId xmlns:a16="http://schemas.microsoft.com/office/drawing/2014/main" id="{C7E855D1-20F1-4217-A0FA-B6DB9D860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045" y="2309005"/>
            <a:ext cx="3566160" cy="356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2186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91_TF77815013" id="{E30E2F6C-5D44-4D3E-8213-EDE611CF4B2F}" vid="{3526DC68-6CC1-492C-872A-53A0297BCE9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Ciclo de solução de problemas </Template>
  <TotalTime>0</TotalTime>
  <Words>307</Words>
  <Application>Microsoft Office PowerPoint</Application>
  <PresentationFormat>Widescreen</PresentationFormat>
  <Paragraphs>25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Arial</vt:lpstr>
      <vt:lpstr>Calibri</vt:lpstr>
      <vt:lpstr>Rockwell</vt:lpstr>
      <vt:lpstr>Tahoma</vt:lpstr>
      <vt:lpstr>Trebuchet MS</vt:lpstr>
      <vt:lpstr>Tw Cen MT</vt:lpstr>
      <vt:lpstr>Circuito</vt:lpstr>
      <vt:lpstr>Security</vt:lpstr>
      <vt:lpstr>A plataforma</vt:lpstr>
      <vt:lpstr>Gerenciamento de acesso </vt:lpstr>
      <vt:lpstr>Segurança ssh</vt:lpstr>
      <vt:lpstr>Proteção de código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2023-03-29T22:35:34Z</dcterms:created>
  <dcterms:modified xsi:type="dcterms:W3CDTF">2023-03-29T23:36:24Z</dcterms:modified>
</cp:coreProperties>
</file>